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rcRect l="0" t="7816" r="0" b="7816"/>
          <a:stretch/>
        </p:blipFill>
        <p:spPr>
          <a:xfrm>
            <a:off x="0" y="0"/>
            <a:ext cx="9143640" cy="5143320"/>
          </a:xfrm>
          <a:prstGeom prst="rect">
            <a:avLst/>
          </a:prstGeom>
          <a:noFill/>
          <a:ln w="0">
            <a:noFill/>
          </a:ln>
        </p:spPr>
      </p:pic>
      <p:sp>
        <p:nvSpPr>
          <p:cNvPr id="1" name="PlaceHolder 1"/>
          <p:cNvSpPr>
            <a:spLocks noGrp="1"/>
          </p:cNvSpPr>
          <p:nvPr>
            <p:ph type="title"/>
          </p:nvPr>
        </p:nvSpPr>
        <p:spPr>
          <a:xfrm>
            <a:off x="1897560" y="2496960"/>
            <a:ext cx="6648480" cy="2417760"/>
          </a:xfrm>
          <a:prstGeom prst="rect">
            <a:avLst/>
          </a:prstGeom>
          <a:noFill/>
          <a:ln w="0">
            <a:noFill/>
          </a:ln>
        </p:spPr>
        <p:txBody>
          <a:bodyPr lIns="91440" rIns="91440" tIns="91440" bIns="91440" anchor="b">
            <a:noAutofit/>
          </a:bodyPr>
          <a:p>
            <a:pPr indent="0">
              <a:buNone/>
            </a:pPr>
            <a:r>
              <a:rPr b="0" lang="fr-FR" sz="7700" strike="noStrike" u="none">
                <a:solidFill>
                  <a:schemeClr val="dk1"/>
                </a:solidFill>
                <a:effectLst/>
                <a:uFillTx/>
                <a:latin typeface="Arial"/>
              </a:rPr>
              <a:t>Click to edit the title text format</a:t>
            </a:r>
            <a:endParaRPr b="0" lang="fr-FR" sz="7700" strike="noStrike" u="none">
              <a:solidFill>
                <a:schemeClr val="dk1"/>
              </a:solidFill>
              <a:effectLst/>
              <a:uFillTx/>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3" name="Google Shape;45;p11" descr=""/>
          <p:cNvPicPr/>
          <p:nvPr/>
        </p:nvPicPr>
        <p:blipFill>
          <a:blip r:embed="rId2"/>
          <a:srcRect l="0" t="7816" r="0" b="7816"/>
          <a:stretch/>
        </p:blipFill>
        <p:spPr>
          <a:xfrm>
            <a:off x="0" y="0"/>
            <a:ext cx="9143640" cy="5143320"/>
          </a:xfrm>
          <a:prstGeom prst="rect">
            <a:avLst/>
          </a:prstGeom>
          <a:noFill/>
          <a:ln w="0">
            <a:noFill/>
          </a:ln>
        </p:spPr>
      </p:pic>
      <p:sp>
        <p:nvSpPr>
          <p:cNvPr id="4" name="PlaceHolder 1"/>
          <p:cNvSpPr>
            <a:spLocks noGrp="1"/>
          </p:cNvSpPr>
          <p:nvPr>
            <p:ph type="title"/>
          </p:nvPr>
        </p:nvSpPr>
        <p:spPr>
          <a:xfrm>
            <a:off x="1791000" y="1755360"/>
            <a:ext cx="5562000" cy="1044720"/>
          </a:xfrm>
          <a:prstGeom prst="rect">
            <a:avLst/>
          </a:prstGeom>
          <a:noFill/>
          <a:ln w="0">
            <a:noFill/>
          </a:ln>
        </p:spPr>
        <p:txBody>
          <a:bodyPr lIns="91440" rIns="91440" tIns="91440" bIns="91440" anchor="b">
            <a:noAutofit/>
          </a:bodyPr>
          <a:p>
            <a:pPr indent="0" algn="ctr">
              <a:lnSpc>
                <a:spcPct val="100000"/>
              </a:lnSpc>
              <a:buNone/>
            </a:pPr>
            <a:r>
              <a:rPr b="0" lang="fr-FR" sz="6000" strike="noStrike" u="none">
                <a:solidFill>
                  <a:schemeClr val="lt1"/>
                </a:solidFill>
                <a:effectLst/>
                <a:uFillTx/>
                <a:latin typeface="Zalando Sans SemiExpanded Medium"/>
                <a:ea typeface="Zalando Sans SemiExpanded Medium"/>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pic>
        <p:nvPicPr>
          <p:cNvPr id="5" name="Google Shape;50;p13" descr=""/>
          <p:cNvPicPr/>
          <p:nvPr/>
        </p:nvPicPr>
        <p:blipFill>
          <a:blip r:embed="rId2"/>
          <a:srcRect l="0" t="7816" r="0" b="7816"/>
          <a:stretch/>
        </p:blipFill>
        <p:spPr>
          <a:xfrm rot="10800000">
            <a:off x="360" y="0"/>
            <a:ext cx="9143640" cy="5143320"/>
          </a:xfrm>
          <a:prstGeom prst="rect">
            <a:avLst/>
          </a:prstGeom>
          <a:noFill/>
          <a:ln w="0">
            <a:noFill/>
          </a:ln>
        </p:spPr>
      </p:pic>
      <p:sp>
        <p:nvSpPr>
          <p:cNvPr id="6" name="PlaceHolder 1"/>
          <p:cNvSpPr>
            <a:spLocks noGrp="1"/>
          </p:cNvSpPr>
          <p:nvPr>
            <p:ph type="title"/>
          </p:nvPr>
        </p:nvSpPr>
        <p:spPr>
          <a:xfrm>
            <a:off x="4606920" y="228600"/>
            <a:ext cx="4308480" cy="76968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7" name="PlaceHolder 2"/>
          <p:cNvSpPr>
            <a:spLocks noGrp="1"/>
          </p:cNvSpPr>
          <p:nvPr>
            <p:ph type="title"/>
          </p:nvPr>
        </p:nvSpPr>
        <p:spPr>
          <a:xfrm>
            <a:off x="630720" y="49680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8" name="PlaceHolder 3"/>
          <p:cNvSpPr>
            <a:spLocks noGrp="1"/>
          </p:cNvSpPr>
          <p:nvPr>
            <p:ph type="title"/>
          </p:nvPr>
        </p:nvSpPr>
        <p:spPr>
          <a:xfrm>
            <a:off x="630720" y="102780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9" name="PlaceHolder 4"/>
          <p:cNvSpPr>
            <a:spLocks noGrp="1"/>
          </p:cNvSpPr>
          <p:nvPr>
            <p:ph type="title"/>
          </p:nvPr>
        </p:nvSpPr>
        <p:spPr>
          <a:xfrm>
            <a:off x="630720" y="155880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10" name="PlaceHolder 5"/>
          <p:cNvSpPr>
            <a:spLocks noGrp="1"/>
          </p:cNvSpPr>
          <p:nvPr>
            <p:ph type="title"/>
          </p:nvPr>
        </p:nvSpPr>
        <p:spPr>
          <a:xfrm>
            <a:off x="630720" y="208980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11" name="PlaceHolder 6"/>
          <p:cNvSpPr>
            <a:spLocks noGrp="1"/>
          </p:cNvSpPr>
          <p:nvPr>
            <p:ph type="title"/>
          </p:nvPr>
        </p:nvSpPr>
        <p:spPr>
          <a:xfrm>
            <a:off x="630720" y="262080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12" name="PlaceHolder 7"/>
          <p:cNvSpPr>
            <a:spLocks noGrp="1"/>
          </p:cNvSpPr>
          <p:nvPr>
            <p:ph type="title"/>
          </p:nvPr>
        </p:nvSpPr>
        <p:spPr>
          <a:xfrm>
            <a:off x="630720" y="315216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13" name="PlaceHolder 8"/>
          <p:cNvSpPr>
            <a:spLocks noGrp="1"/>
          </p:cNvSpPr>
          <p:nvPr>
            <p:ph type="title"/>
          </p:nvPr>
        </p:nvSpPr>
        <p:spPr>
          <a:xfrm>
            <a:off x="630720" y="368316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
        <p:nvSpPr>
          <p:cNvPr id="14" name="PlaceHolder 9"/>
          <p:cNvSpPr>
            <a:spLocks noGrp="1"/>
          </p:cNvSpPr>
          <p:nvPr>
            <p:ph type="title"/>
          </p:nvPr>
        </p:nvSpPr>
        <p:spPr>
          <a:xfrm>
            <a:off x="630720" y="4214160"/>
            <a:ext cx="690480" cy="432360"/>
          </a:xfrm>
          <a:prstGeom prst="rect">
            <a:avLst/>
          </a:prstGeom>
          <a:noFill/>
          <a:ln w="0">
            <a:noFill/>
          </a:ln>
        </p:spPr>
        <p:txBody>
          <a:bodyPr lIns="91440" rIns="91440" tIns="91440" bIns="91440" anchor="ctr">
            <a:noAutofit/>
          </a:bodyPr>
          <a:p>
            <a:pPr indent="0" algn="ctr">
              <a:lnSpc>
                <a:spcPct val="100000"/>
              </a:lnSpc>
              <a:buNone/>
            </a:pPr>
            <a:r>
              <a:rPr b="0" lang="fr-FR" sz="2100" strike="noStrike" u="none">
                <a:solidFill>
                  <a:schemeClr val="lt1"/>
                </a:solidFill>
                <a:effectLst/>
                <a:uFillTx/>
                <a:latin typeface="Zalando Sans SemiExpanded Medium"/>
                <a:ea typeface="Zalando Sans SemiExpanded Medium"/>
              </a:rPr>
              <a:t>xx%</a:t>
            </a:r>
            <a:endParaRPr b="0" lang="fr-FR" sz="21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15" name="Google Shape;69;p14" descr=""/>
          <p:cNvPicPr/>
          <p:nvPr/>
        </p:nvPicPr>
        <p:blipFill>
          <a:blip r:embed="rId2"/>
          <a:srcRect l="0" t="7816" r="0" b="7816"/>
          <a:stretch/>
        </p:blipFill>
        <p:spPr>
          <a:xfrm flipH="1">
            <a:off x="360" y="0"/>
            <a:ext cx="9143640" cy="5143320"/>
          </a:xfrm>
          <a:prstGeom prst="rect">
            <a:avLst/>
          </a:prstGeom>
          <a:noFill/>
          <a:ln w="0">
            <a:noFill/>
          </a:ln>
        </p:spPr>
      </p:pic>
      <p:sp>
        <p:nvSpPr>
          <p:cNvPr id="16" name="PlaceHolder 1"/>
          <p:cNvSpPr>
            <a:spLocks noGrp="1"/>
          </p:cNvSpPr>
          <p:nvPr>
            <p:ph type="title"/>
          </p:nvPr>
        </p:nvSpPr>
        <p:spPr>
          <a:xfrm>
            <a:off x="228600" y="263880"/>
            <a:ext cx="7028280" cy="164556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pic>
        <p:nvPicPr>
          <p:cNvPr id="18" name="Google Shape;73;p15" descr=""/>
          <p:cNvPicPr/>
          <p:nvPr/>
        </p:nvPicPr>
        <p:blipFill>
          <a:blip r:embed="rId2"/>
          <a:srcRect l="0" t="7816" r="0" b="7816"/>
          <a:stretch/>
        </p:blipFill>
        <p:spPr>
          <a:xfrm>
            <a:off x="0" y="0"/>
            <a:ext cx="9143640" cy="5143320"/>
          </a:xfrm>
          <a:prstGeom prst="rect">
            <a:avLst/>
          </a:prstGeom>
          <a:noFill/>
          <a:ln w="0">
            <a:noFill/>
          </a:ln>
        </p:spPr>
      </p:pic>
      <p:sp>
        <p:nvSpPr>
          <p:cNvPr id="19" name="PlaceHolder 1"/>
          <p:cNvSpPr>
            <a:spLocks noGrp="1"/>
          </p:cNvSpPr>
          <p:nvPr>
            <p:ph type="title"/>
          </p:nvPr>
        </p:nvSpPr>
        <p:spPr>
          <a:xfrm>
            <a:off x="235440" y="228600"/>
            <a:ext cx="4539960" cy="10933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0" name="PlaceHolder 2"/>
          <p:cNvSpPr>
            <a:spLocks noGrp="1"/>
          </p:cNvSpPr>
          <p:nvPr>
            <p:ph type="body"/>
          </p:nvPr>
        </p:nvSpPr>
        <p:spPr>
          <a:xfrm>
            <a:off x="5687280" y="0"/>
            <a:ext cx="345672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21" name="Google Shape;78;p16" descr=""/>
          <p:cNvPicPr/>
          <p:nvPr/>
        </p:nvPicPr>
        <p:blipFill>
          <a:blip r:embed="rId2"/>
          <a:srcRect l="0" t="7816" r="0" b="7816"/>
          <a:stretch/>
        </p:blipFill>
        <p:spPr>
          <a:xfrm flipH="1">
            <a:off x="360" y="0"/>
            <a:ext cx="9143640" cy="5143320"/>
          </a:xfrm>
          <a:prstGeom prst="rect">
            <a:avLst/>
          </a:prstGeom>
          <a:noFill/>
          <a:ln w="0">
            <a:noFill/>
          </a:ln>
        </p:spPr>
      </p:pic>
      <p:sp>
        <p:nvSpPr>
          <p:cNvPr id="22"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23" name="Google Shape;87;p17" descr=""/>
          <p:cNvPicPr/>
          <p:nvPr/>
        </p:nvPicPr>
        <p:blipFill>
          <a:blip r:embed="rId2"/>
          <a:srcRect l="0" t="7816" r="0" b="7816"/>
          <a:stretch/>
        </p:blipFill>
        <p:spPr>
          <a:xfrm flipH="1" rot="10800000">
            <a:off x="0" y="0"/>
            <a:ext cx="9143640" cy="5143320"/>
          </a:xfrm>
          <a:prstGeom prst="rect">
            <a:avLst/>
          </a:prstGeom>
          <a:noFill/>
          <a:ln w="0">
            <a:noFill/>
          </a:ln>
        </p:spPr>
      </p:pic>
      <p:sp>
        <p:nvSpPr>
          <p:cNvPr id="24"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pic>
        <p:nvPicPr>
          <p:cNvPr id="25" name="Google Shape;98;p18" descr=""/>
          <p:cNvPicPr/>
          <p:nvPr/>
        </p:nvPicPr>
        <p:blipFill>
          <a:blip r:embed="rId2"/>
          <a:srcRect l="0" t="7816" r="0" b="7816"/>
          <a:stretch/>
        </p:blipFill>
        <p:spPr>
          <a:xfrm rot="10800000">
            <a:off x="360" y="0"/>
            <a:ext cx="9143640" cy="5143320"/>
          </a:xfrm>
          <a:prstGeom prst="rect">
            <a:avLst/>
          </a:prstGeom>
          <a:noFill/>
          <a:ln w="0">
            <a:noFill/>
          </a:ln>
        </p:spPr>
      </p:pic>
      <p:sp>
        <p:nvSpPr>
          <p:cNvPr id="26"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bg>
      <p:bgPr>
        <a:solidFill>
          <a:schemeClr val="lt1"/>
        </a:solidFill>
      </p:bgPr>
    </p:bg>
    <p:spTree>
      <p:nvGrpSpPr>
        <p:cNvPr id="1" name=""/>
        <p:cNvGrpSpPr/>
        <p:nvPr/>
      </p:nvGrpSpPr>
      <p:grpSpPr>
        <a:xfrm>
          <a:off x="0" y="0"/>
          <a:ext cx="0" cy="0"/>
          <a:chOff x="0" y="0"/>
          <a:chExt cx="0" cy="0"/>
        </a:xfrm>
      </p:grpSpPr>
      <p:pic>
        <p:nvPicPr>
          <p:cNvPr id="27" name="Google Shape;101;p19" descr=""/>
          <p:cNvPicPr/>
          <p:nvPr/>
        </p:nvPicPr>
        <p:blipFill>
          <a:blip r:embed="rId2"/>
          <a:srcRect l="0" t="7816" r="0" b="7816"/>
          <a:stretch/>
        </p:blipFill>
        <p:spPr>
          <a:xfrm flipH="1">
            <a:off x="360" y="0"/>
            <a:ext cx="9143640" cy="5143320"/>
          </a:xfrm>
          <a:prstGeom prst="rect">
            <a:avLst/>
          </a:prstGeom>
          <a:noFill/>
          <a:ln w="0">
            <a:noFill/>
          </a:ln>
        </p:spPr>
      </p:pic>
      <p:sp>
        <p:nvSpPr>
          <p:cNvPr id="28"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29" name="Google Shape;104;p20" descr=""/>
          <p:cNvPicPr/>
          <p:nvPr/>
        </p:nvPicPr>
        <p:blipFill>
          <a:blip r:embed="rId2"/>
          <a:srcRect l="0" t="7816" r="0" b="7816"/>
          <a:stretch/>
        </p:blipFill>
        <p:spPr>
          <a:xfrm>
            <a:off x="0" y="0"/>
            <a:ext cx="9143640" cy="5143320"/>
          </a:xfrm>
          <a:prstGeom prst="rect">
            <a:avLst/>
          </a:prstGeom>
          <a:noFill/>
          <a:ln w="0">
            <a:noFill/>
          </a:ln>
        </p:spPr>
      </p:pic>
      <p:sp>
        <p:nvSpPr>
          <p:cNvPr id="30" name="PlaceHolder 1"/>
          <p:cNvSpPr>
            <a:spLocks noGrp="1"/>
          </p:cNvSpPr>
          <p:nvPr>
            <p:ph type="title"/>
          </p:nvPr>
        </p:nvSpPr>
        <p:spPr>
          <a:xfrm>
            <a:off x="546120" y="382320"/>
            <a:ext cx="3543480" cy="2228040"/>
          </a:xfrm>
          <a:prstGeom prst="rect">
            <a:avLst/>
          </a:prstGeom>
          <a:noFill/>
          <a:ln w="0">
            <a:noFill/>
          </a:ln>
        </p:spPr>
        <p:txBody>
          <a:bodyPr lIns="91440" rIns="91440" tIns="91440" bIns="91440" anchor="b">
            <a:noAutofit/>
          </a:bodyPr>
          <a:p>
            <a:pPr indent="0">
              <a:buNone/>
            </a:pPr>
            <a:r>
              <a:rPr b="0" lang="fr-FR" sz="7400" strike="noStrike" u="none">
                <a:solidFill>
                  <a:schemeClr val="dk1"/>
                </a:solidFill>
                <a:effectLst/>
                <a:uFillTx/>
                <a:latin typeface="Arial"/>
              </a:rPr>
              <a:t>Click to edit the title text format</a:t>
            </a:r>
            <a:endParaRPr b="0" lang="fr-FR" sz="7400" strike="noStrike" u="none">
              <a:solidFill>
                <a:schemeClr val="dk1"/>
              </a:solidFill>
              <a:effectLst/>
              <a:uFillTx/>
              <a:latin typeface="Arial"/>
            </a:endParaRPr>
          </a:p>
        </p:txBody>
      </p:sp>
      <p:sp>
        <p:nvSpPr>
          <p:cNvPr id="31" name="Google Shape;107;p20"/>
          <p:cNvSpPr/>
          <p:nvPr/>
        </p:nvSpPr>
        <p:spPr>
          <a:xfrm>
            <a:off x="3969720" y="4060800"/>
            <a:ext cx="4945320" cy="555840"/>
          </a:xfrm>
          <a:prstGeom prst="rect">
            <a:avLst/>
          </a:prstGeom>
          <a:noFill/>
          <a:ln w="0">
            <a:noFill/>
          </a:ln>
        </p:spPr>
        <p:style>
          <a:lnRef idx="0"/>
          <a:fillRef idx="0"/>
          <a:effectRef idx="0"/>
          <a:fontRef idx="minor"/>
        </p:style>
        <p:txBody>
          <a:bodyPr tIns="91440" bIns="91440" anchor="t">
            <a:noAutofit/>
          </a:bodyPr>
          <a:p>
            <a:pPr algn="r" defTabSz="914400">
              <a:lnSpc>
                <a:spcPct val="100000"/>
              </a:lnSpc>
              <a:spcBef>
                <a:spcPts val="300"/>
              </a:spcBef>
              <a:tabLst>
                <a:tab algn="l" pos="0"/>
              </a:tabLst>
            </a:pPr>
            <a:r>
              <a:rPr b="1" lang="en" sz="1000" strike="noStrike" u="none">
                <a:solidFill>
                  <a:schemeClr val="dk1"/>
                </a:solidFill>
                <a:effectLst/>
                <a:uFillTx/>
                <a:latin typeface="Albert Sans"/>
                <a:ea typeface="Albert Sans"/>
              </a:rPr>
              <a:t>CREDITS:</a:t>
            </a:r>
            <a:r>
              <a:rPr b="0" lang="en" sz="1000" strike="noStrike" u="none">
                <a:solidFill>
                  <a:schemeClr val="dk1"/>
                </a:solidFill>
                <a:effectLst/>
                <a:uFillTx/>
                <a:latin typeface="Albert Sans"/>
                <a:ea typeface="Albert Sans"/>
              </a:rPr>
              <a:t> This presentation template was created by </a:t>
            </a:r>
            <a:r>
              <a:rPr b="1" lang="en" sz="1000" strike="noStrike" u="sng">
                <a:solidFill>
                  <a:schemeClr val="dk1"/>
                </a:solidFill>
                <a:effectLst/>
                <a:uFillTx/>
                <a:latin typeface="Albert Sans"/>
                <a:ea typeface="Albert Sans"/>
                <a:hlinkClick r:id="rId3"/>
              </a:rPr>
              <a:t>Slidesgo</a:t>
            </a:r>
            <a:r>
              <a:rPr b="0" lang="en" sz="1000" strike="noStrike" u="none">
                <a:solidFill>
                  <a:schemeClr val="dk1"/>
                </a:solidFill>
                <a:effectLst/>
                <a:uFillTx/>
                <a:latin typeface="Albert Sans"/>
                <a:ea typeface="Albert Sans"/>
              </a:rPr>
              <a:t>, and includes icons, infographics &amp; images by </a:t>
            </a:r>
            <a:r>
              <a:rPr b="1" lang="en" sz="1000" strike="noStrike" u="sng">
                <a:solidFill>
                  <a:schemeClr val="dk1"/>
                </a:solidFill>
                <a:effectLst/>
                <a:uFillTx/>
                <a:latin typeface="Albert Sans"/>
                <a:ea typeface="Albert Sans"/>
                <a:hlinkClick r:id="rId4"/>
              </a:rPr>
              <a:t>Freepik</a:t>
            </a:r>
            <a:r>
              <a:rPr b="0" lang="en" sz="1000" strike="noStrike" u="sng">
                <a:solidFill>
                  <a:schemeClr val="dk1"/>
                </a:solidFill>
                <a:effectLst/>
                <a:uFillTx/>
                <a:latin typeface="Albert Sans"/>
                <a:ea typeface="Albert Sans"/>
              </a:rPr>
              <a:t> </a:t>
            </a:r>
            <a:endParaRPr b="0" lang="en-US" sz="1000" strike="noStrike" u="none">
              <a:solidFill>
                <a:srgbClr val="ffffff"/>
              </a:solidFill>
              <a:effectLst/>
              <a:uFillTx/>
              <a:latin typeface="OpenSymbo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pic>
        <p:nvPicPr>
          <p:cNvPr id="32" name="Google Shape;13;p3" descr=""/>
          <p:cNvPicPr/>
          <p:nvPr/>
        </p:nvPicPr>
        <p:blipFill>
          <a:blip r:embed="rId2"/>
          <a:srcRect l="0" t="7816" r="0" b="7816"/>
          <a:stretch/>
        </p:blipFill>
        <p:spPr>
          <a:xfrm flipH="1" rot="10800000">
            <a:off x="0" y="0"/>
            <a:ext cx="9143640" cy="5143320"/>
          </a:xfrm>
          <a:prstGeom prst="rect">
            <a:avLst/>
          </a:prstGeom>
          <a:noFill/>
          <a:ln w="0">
            <a:noFill/>
          </a:ln>
        </p:spPr>
      </p:pic>
      <p:sp>
        <p:nvSpPr>
          <p:cNvPr id="33" name="PlaceHolder 1"/>
          <p:cNvSpPr>
            <a:spLocks noGrp="1"/>
          </p:cNvSpPr>
          <p:nvPr>
            <p:ph type="title"/>
          </p:nvPr>
        </p:nvSpPr>
        <p:spPr>
          <a:xfrm>
            <a:off x="3060720" y="3107520"/>
            <a:ext cx="5854320" cy="1807200"/>
          </a:xfrm>
          <a:prstGeom prst="rect">
            <a:avLst/>
          </a:prstGeom>
          <a:noFill/>
          <a:ln w="0">
            <a:noFill/>
          </a:ln>
        </p:spPr>
        <p:txBody>
          <a:bodyPr lIns="91440" rIns="91440" tIns="91440" bIns="91440" anchor="t">
            <a:noAutofit/>
          </a:bodyPr>
          <a:p>
            <a:pPr indent="0">
              <a:buNone/>
            </a:pPr>
            <a:r>
              <a:rPr b="0" lang="fr-FR" sz="5400" strike="noStrike" u="none">
                <a:solidFill>
                  <a:schemeClr val="dk1"/>
                </a:solidFill>
                <a:effectLst/>
                <a:uFillTx/>
                <a:latin typeface="Arial"/>
              </a:rPr>
              <a:t>Click to edit the title text format</a:t>
            </a:r>
            <a:endParaRPr b="0" lang="fr-FR" sz="5400" strike="noStrike" u="none">
              <a:solidFill>
                <a:schemeClr val="dk1"/>
              </a:solidFill>
              <a:effectLst/>
              <a:uFillTx/>
              <a:latin typeface="Arial"/>
            </a:endParaRPr>
          </a:p>
        </p:txBody>
      </p:sp>
      <p:sp>
        <p:nvSpPr>
          <p:cNvPr id="34" name="PlaceHolder 2"/>
          <p:cNvSpPr>
            <a:spLocks noGrp="1"/>
          </p:cNvSpPr>
          <p:nvPr>
            <p:ph type="title"/>
          </p:nvPr>
        </p:nvSpPr>
        <p:spPr>
          <a:xfrm>
            <a:off x="228600" y="276120"/>
            <a:ext cx="1651680" cy="1370520"/>
          </a:xfrm>
          <a:prstGeom prst="rect">
            <a:avLst/>
          </a:prstGeom>
          <a:noFill/>
          <a:ln w="0">
            <a:noFill/>
          </a:ln>
        </p:spPr>
        <p:txBody>
          <a:bodyPr lIns="91440" rIns="91440" tIns="91440" bIns="91440" anchor="b">
            <a:noAutofit/>
          </a:bodyPr>
          <a:p>
            <a:pPr indent="0">
              <a:lnSpc>
                <a:spcPct val="100000"/>
              </a:lnSpc>
              <a:buNone/>
            </a:pPr>
            <a:r>
              <a:rPr b="0" lang="fr-FR" sz="8200" strike="noStrike" u="none">
                <a:solidFill>
                  <a:schemeClr val="dk1"/>
                </a:solidFill>
                <a:effectLst/>
                <a:uFillTx/>
                <a:latin typeface="Zalando Sans SemiExpanded Medium"/>
                <a:ea typeface="Zalando Sans SemiExpanded Medium"/>
              </a:rPr>
              <a:t>xx%</a:t>
            </a:r>
            <a:endParaRPr b="0" lang="fr-FR" sz="8200" strike="noStrike" u="none">
              <a:solidFill>
                <a:schemeClr val="dk1"/>
              </a:solidFill>
              <a:effectLst/>
              <a:uFillTx/>
              <a:latin typeface="Arial"/>
            </a:endParaRPr>
          </a:p>
        </p:txBody>
      </p:sp>
      <p:sp>
        <p:nvSpPr>
          <p:cNvPr id="3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pic>
        <p:nvPicPr>
          <p:cNvPr id="36" name="Google Shape;109;p21" descr=""/>
          <p:cNvPicPr/>
          <p:nvPr/>
        </p:nvPicPr>
        <p:blipFill>
          <a:blip r:embed="rId2"/>
          <a:srcRect l="0" t="7816" r="0" b="7816"/>
          <a:stretch/>
        </p:blipFill>
        <p:spPr>
          <a:xfrm flipH="1" rot="10800000">
            <a:off x="0" y="0"/>
            <a:ext cx="9143640" cy="5143320"/>
          </a:xfrm>
          <a:prstGeom prst="rect">
            <a:avLst/>
          </a:prstGeom>
          <a:noFill/>
          <a:ln w="0">
            <a:no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pic>
        <p:nvPicPr>
          <p:cNvPr id="37" name="Google Shape;111;p22" descr=""/>
          <p:cNvPicPr/>
          <p:nvPr/>
        </p:nvPicPr>
        <p:blipFill>
          <a:blip r:embed="rId2"/>
          <a:srcRect l="0" t="7816" r="0" b="7816"/>
          <a:stretch/>
        </p:blipFill>
        <p:spPr>
          <a:xfrm flipH="1">
            <a:off x="360" y="0"/>
            <a:ext cx="9143640" cy="5143320"/>
          </a:xfrm>
          <a:prstGeom prst="rect">
            <a:avLst/>
          </a:prstGeom>
          <a:noFill/>
          <a:ln w="0">
            <a:noFill/>
          </a:ln>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pic>
        <p:nvPicPr>
          <p:cNvPr id="38" name="Google Shape;17;p4" descr=""/>
          <p:cNvPicPr/>
          <p:nvPr/>
        </p:nvPicPr>
        <p:blipFill>
          <a:blip r:embed="rId2"/>
          <a:srcRect l="0" t="7816" r="0" b="7816"/>
          <a:stretch/>
        </p:blipFill>
        <p:spPr>
          <a:xfrm flipH="1">
            <a:off x="360" y="0"/>
            <a:ext cx="9143640" cy="5143320"/>
          </a:xfrm>
          <a:prstGeom prst="rect">
            <a:avLst/>
          </a:prstGeom>
          <a:noFill/>
          <a:ln w="0">
            <a:noFill/>
          </a:ln>
        </p:spPr>
      </p:pic>
      <p:sp>
        <p:nvSpPr>
          <p:cNvPr id="39"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0" name="PlaceHolder 2"/>
          <p:cNvSpPr>
            <a:spLocks noGrp="1"/>
          </p:cNvSpPr>
          <p:nvPr>
            <p:ph type="body"/>
          </p:nvPr>
        </p:nvSpPr>
        <p:spPr>
          <a:xfrm>
            <a:off x="2286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41" name="Google Shape;21;p5" descr=""/>
          <p:cNvPicPr/>
          <p:nvPr/>
        </p:nvPicPr>
        <p:blipFill>
          <a:blip r:embed="rId2"/>
          <a:srcRect l="0" t="7816" r="0" b="7816"/>
          <a:stretch/>
        </p:blipFill>
        <p:spPr>
          <a:xfrm rot="10800000">
            <a:off x="360" y="0"/>
            <a:ext cx="9143640" cy="5143320"/>
          </a:xfrm>
          <a:prstGeom prst="rect">
            <a:avLst/>
          </a:prstGeom>
          <a:noFill/>
          <a:ln w="0">
            <a:noFill/>
          </a:ln>
        </p:spPr>
      </p:pic>
      <p:sp>
        <p:nvSpPr>
          <p:cNvPr id="42"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43" name="Google Shape;28;p6" descr=""/>
          <p:cNvPicPr/>
          <p:nvPr/>
        </p:nvPicPr>
        <p:blipFill>
          <a:blip r:embed="rId2"/>
          <a:srcRect l="0" t="7816" r="0" b="7816"/>
          <a:stretch/>
        </p:blipFill>
        <p:spPr>
          <a:xfrm flipH="1" rot="10800000">
            <a:off x="0" y="0"/>
            <a:ext cx="9143640" cy="5143320"/>
          </a:xfrm>
          <a:prstGeom prst="rect">
            <a:avLst/>
          </a:prstGeom>
          <a:noFill/>
          <a:ln w="0">
            <a:noFill/>
          </a:ln>
        </p:spPr>
      </p:pic>
      <p:sp>
        <p:nvSpPr>
          <p:cNvPr id="44"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46" name="Google Shape;31;p7" descr=""/>
          <p:cNvPicPr/>
          <p:nvPr/>
        </p:nvPicPr>
        <p:blipFill>
          <a:blip r:embed="rId2"/>
          <a:srcRect l="0" t="7816" r="0" b="7816"/>
          <a:stretch/>
        </p:blipFill>
        <p:spPr>
          <a:xfrm>
            <a:off x="0" y="0"/>
            <a:ext cx="9143640" cy="5143320"/>
          </a:xfrm>
          <a:prstGeom prst="rect">
            <a:avLst/>
          </a:prstGeom>
          <a:noFill/>
          <a:ln w="0">
            <a:noFill/>
          </a:ln>
        </p:spPr>
      </p:pic>
      <p:sp>
        <p:nvSpPr>
          <p:cNvPr id="47" name="PlaceHolder 1"/>
          <p:cNvSpPr>
            <a:spLocks noGrp="1"/>
          </p:cNvSpPr>
          <p:nvPr>
            <p:ph type="title"/>
          </p:nvPr>
        </p:nvSpPr>
        <p:spPr>
          <a:xfrm>
            <a:off x="720000" y="444960"/>
            <a:ext cx="476352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48" name="Google Shape;35;p8" descr=""/>
          <p:cNvPicPr/>
          <p:nvPr/>
        </p:nvPicPr>
        <p:blipFill>
          <a:blip r:embed="rId2"/>
          <a:srcRect l="0" t="7816" r="0" b="7816"/>
          <a:stretch/>
        </p:blipFill>
        <p:spPr>
          <a:xfrm flipH="1">
            <a:off x="360" y="0"/>
            <a:ext cx="9143640" cy="5143320"/>
          </a:xfrm>
          <a:prstGeom prst="rect">
            <a:avLst/>
          </a:prstGeom>
          <a:noFill/>
          <a:ln w="0">
            <a:noFill/>
          </a:ln>
        </p:spPr>
      </p:pic>
      <p:sp>
        <p:nvSpPr>
          <p:cNvPr id="49" name="PlaceHolder 1"/>
          <p:cNvSpPr>
            <a:spLocks noGrp="1"/>
          </p:cNvSpPr>
          <p:nvPr>
            <p:ph type="title"/>
          </p:nvPr>
        </p:nvSpPr>
        <p:spPr>
          <a:xfrm>
            <a:off x="1768680" y="1307160"/>
            <a:ext cx="5606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50" name="Google Shape;38;p9" descr=""/>
          <p:cNvPicPr/>
          <p:nvPr/>
        </p:nvPicPr>
        <p:blipFill>
          <a:blip r:embed="rId2"/>
          <a:srcRect l="0" t="7816" r="0" b="7816"/>
          <a:stretch/>
        </p:blipFill>
        <p:spPr>
          <a:xfrm rot="10800000">
            <a:off x="360" y="0"/>
            <a:ext cx="9143640" cy="5143320"/>
          </a:xfrm>
          <a:prstGeom prst="rect">
            <a:avLst/>
          </a:prstGeom>
          <a:noFill/>
          <a:ln w="0">
            <a:noFill/>
          </a:ln>
        </p:spPr>
      </p:pic>
      <p:sp>
        <p:nvSpPr>
          <p:cNvPr id="51"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3" name="PlaceHolder 2"/>
          <p:cNvSpPr>
            <a:spLocks noGrp="1"/>
          </p:cNvSpPr>
          <p:nvPr>
            <p:ph type="title"/>
          </p:nvPr>
        </p:nvSpPr>
        <p:spPr>
          <a:xfrm>
            <a:off x="720000" y="4014360"/>
            <a:ext cx="7703640" cy="572400"/>
          </a:xfrm>
          <a:prstGeom prst="rect">
            <a:avLst/>
          </a:prstGeom>
          <a:solidFill>
            <a:schemeClr val="lt2"/>
          </a:solid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54" name="Google Shape;117;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6" name="Google Shape;120;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Google Shape;127;p27"/>
          <p:cNvSpPr/>
          <p:nvPr/>
        </p:nvSpPr>
        <p:spPr>
          <a:xfrm>
            <a:off x="4343400" y="2562120"/>
            <a:ext cx="4495320" cy="1133280"/>
          </a:xfrm>
          <a:prstGeom prst="rect">
            <a:avLst/>
          </a:prstGeom>
          <a:solidFill>
            <a:srgbClr val="000000"/>
          </a:solidFill>
          <a:ln w="0">
            <a:noFill/>
          </a:ln>
        </p:spPr>
        <p:style>
          <a:lnRef idx="0"/>
          <a:fillRef idx="0"/>
          <a:effectRef idx="0"/>
          <a:fontRef idx="minor"/>
        </p:style>
        <p:txBody>
          <a:bodyPr lIns="870823080" rIns="870823080" tIns="566640" bIns="566640" anchor="t">
            <a:normAutofit fontScale="25000" lnSpcReduction="19999"/>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60" name="PlaceHolder 1"/>
          <p:cNvSpPr>
            <a:spLocks noGrp="1"/>
          </p:cNvSpPr>
          <p:nvPr>
            <p:ph type="title"/>
          </p:nvPr>
        </p:nvSpPr>
        <p:spPr>
          <a:xfrm>
            <a:off x="1895400" y="2495520"/>
            <a:ext cx="6648120" cy="241884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7700" strike="noStrike" u="none">
                <a:solidFill>
                  <a:schemeClr val="lt1"/>
                </a:solidFill>
                <a:effectLst/>
                <a:uFillTx/>
                <a:latin typeface="Zalando Sans SemiExpanded Medium"/>
                <a:ea typeface="Zalando Sans SemiExpanded Medium"/>
              </a:rPr>
              <a:t>Registration </a:t>
            </a:r>
            <a:r>
              <a:rPr b="0" lang="en-US" sz="7700" strike="noStrike" u="none">
                <a:solidFill>
                  <a:schemeClr val="dk1"/>
                </a:solidFill>
                <a:effectLst/>
                <a:uFillTx/>
                <a:latin typeface="Zalando Sans SemiExpanded Medium"/>
                <a:ea typeface="Zalando Sans SemiExpanded Medium"/>
              </a:rPr>
              <a:t>Form</a:t>
            </a:r>
            <a:endParaRPr b="0" lang="fr-FR" sz="7700" strike="noStrike" u="none">
              <a:solidFill>
                <a:schemeClr val="dk1"/>
              </a:solidFill>
              <a:effectLst/>
              <a:uFillTx/>
              <a:latin typeface="Arial"/>
            </a:endParaRPr>
          </a:p>
        </p:txBody>
      </p:sp>
      <p:sp>
        <p:nvSpPr>
          <p:cNvPr id="61" name="PlaceHolder 2"/>
          <p:cNvSpPr>
            <a:spLocks noGrp="1"/>
          </p:cNvSpPr>
          <p:nvPr>
            <p:ph type="subTitle"/>
          </p:nvPr>
        </p:nvSpPr>
        <p:spPr>
          <a:xfrm>
            <a:off x="228600" y="228600"/>
            <a:ext cx="6238440" cy="36144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US" sz="1400" strike="noStrike" u="none">
                <a:solidFill>
                  <a:schemeClr val="dk1"/>
                </a:solidFill>
                <a:effectLst/>
                <a:uFillTx/>
                <a:latin typeface="Albert Sans"/>
                <a:ea typeface="Albert Sans"/>
              </a:rPr>
              <a:t>User Registration Details Overview</a:t>
            </a:r>
            <a:endParaRPr b="0" lang="en-US" sz="14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237960" y="228600"/>
            <a:ext cx="4543200" cy="109512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Zalando Sans SemiExpanded Medium"/>
                <a:ea typeface="Zalando Sans SemiExpanded Medium"/>
              </a:rPr>
              <a:t>Introduction</a:t>
            </a:r>
            <a:endParaRPr b="0" lang="fr-FR" sz="2600" strike="noStrike" u="none">
              <a:solidFill>
                <a:schemeClr val="dk1"/>
              </a:solidFill>
              <a:effectLst/>
              <a:uFillTx/>
              <a:latin typeface="Arial"/>
            </a:endParaRPr>
          </a:p>
        </p:txBody>
      </p:sp>
      <p:sp>
        <p:nvSpPr>
          <p:cNvPr id="63" name="PlaceHolder 2"/>
          <p:cNvSpPr>
            <a:spLocks noGrp="1"/>
          </p:cNvSpPr>
          <p:nvPr>
            <p:ph type="subTitle"/>
          </p:nvPr>
        </p:nvSpPr>
        <p:spPr>
          <a:xfrm>
            <a:off x="228600" y="3247920"/>
            <a:ext cx="4295520" cy="166644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lbert Sans"/>
                <a:ea typeface="Albert Sans"/>
              </a:rPr>
              <a:t>This presentation covers the creation of a registration page with essential fields for a union app. It will explain the required data to be collected and the form submission process to ensure a smooth user experience. Emphasis will be on data completeness and accuracy for successful registration.</a:t>
            </a:r>
            <a:endParaRPr b="0" lang="en-US" sz="1200" strike="noStrike" u="none">
              <a:solidFill>
                <a:srgbClr val="ffffff"/>
              </a:solidFill>
              <a:effectLst/>
              <a:uFillTx/>
              <a:latin typeface="OpenSymbol"/>
            </a:endParaRPr>
          </a:p>
        </p:txBody>
      </p:sp>
      <p:pic>
        <p:nvPicPr>
          <p:cNvPr id="64" name="Google Shape;222;p32" descr=""/>
          <p:cNvPicPr/>
          <p:nvPr/>
        </p:nvPicPr>
        <p:blipFill>
          <a:blip r:embed="rId1"/>
          <a:srcRect l="16459" t="0" r="16459" b="0"/>
          <a:stretch/>
        </p:blipFill>
        <p:spPr>
          <a:xfrm flipH="1">
            <a:off x="5687280" y="0"/>
            <a:ext cx="345672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Google Shape;213;p31"/>
          <p:cNvSpPr/>
          <p:nvPr/>
        </p:nvSpPr>
        <p:spPr>
          <a:xfrm>
            <a:off x="2743200" y="3114720"/>
            <a:ext cx="6095520" cy="971280"/>
          </a:xfrm>
          <a:prstGeom prst="rect">
            <a:avLst/>
          </a:prstGeom>
          <a:solidFill>
            <a:srgbClr val="000000"/>
          </a:solidFill>
          <a:ln w="0">
            <a:noFill/>
          </a:ln>
        </p:spPr>
        <p:style>
          <a:lnRef idx="0"/>
          <a:fillRef idx="0"/>
          <a:effectRef idx="0"/>
          <a:fontRef idx="minor"/>
        </p:style>
        <p:txBody>
          <a:bodyPr lIns="870823080" rIns="870823080" tIns="485640" bIns="48564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66" name="PlaceHolder 1"/>
          <p:cNvSpPr>
            <a:spLocks noGrp="1"/>
          </p:cNvSpPr>
          <p:nvPr>
            <p:ph type="title"/>
          </p:nvPr>
        </p:nvSpPr>
        <p:spPr>
          <a:xfrm>
            <a:off x="3057480" y="3105000"/>
            <a:ext cx="5857560" cy="180936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5400" strike="noStrike" u="none">
                <a:solidFill>
                  <a:schemeClr val="lt1"/>
                </a:solidFill>
                <a:effectLst/>
                <a:uFillTx/>
                <a:latin typeface="Zalando Sans SemiExpanded Medium"/>
                <a:ea typeface="Zalando Sans SemiExpanded Medium"/>
              </a:rPr>
              <a:t>Registration Page </a:t>
            </a:r>
            <a:r>
              <a:rPr b="0" lang="en-US" sz="5400" strike="noStrike" u="none">
                <a:solidFill>
                  <a:schemeClr val="dk1"/>
                </a:solidFill>
                <a:effectLst/>
                <a:uFillTx/>
                <a:latin typeface="Zalando Sans SemiExpanded Medium"/>
                <a:ea typeface="Zalando Sans SemiExpanded Medium"/>
              </a:rPr>
              <a:t>Design</a:t>
            </a:r>
            <a:endParaRPr b="0" lang="fr-FR" sz="5400" strike="noStrike" u="none">
              <a:solidFill>
                <a:schemeClr val="dk1"/>
              </a:solidFill>
              <a:effectLst/>
              <a:uFillTx/>
              <a:latin typeface="Arial"/>
            </a:endParaRPr>
          </a:p>
        </p:txBody>
      </p:sp>
      <p:sp>
        <p:nvSpPr>
          <p:cNvPr id="67" name="PlaceHolder 2"/>
          <p:cNvSpPr>
            <a:spLocks noGrp="1"/>
          </p:cNvSpPr>
          <p:nvPr>
            <p:ph type="title"/>
          </p:nvPr>
        </p:nvSpPr>
        <p:spPr>
          <a:xfrm>
            <a:off x="228600" y="-6035400"/>
            <a:ext cx="1647360" cy="7682760"/>
          </a:xfrm>
          <a:prstGeom prst="rect">
            <a:avLst/>
          </a:prstGeom>
          <a:noFill/>
          <a:ln w="0">
            <a:noFill/>
          </a:ln>
        </p:spPr>
        <p:txBody>
          <a:bodyPr lIns="91440" rIns="91440" tIns="91440" bIns="91440" anchor="b">
            <a:spAutoFit/>
          </a:bodyPr>
          <a:p>
            <a:pPr indent="0">
              <a:lnSpc>
                <a:spcPct val="100000"/>
              </a:lnSpc>
              <a:buNone/>
              <a:tabLst>
                <a:tab algn="l" pos="0"/>
              </a:tabLst>
            </a:pPr>
            <a:r>
              <a:rPr b="0" lang="en-US" sz="8200" strike="noStrike" u="none">
                <a:solidFill>
                  <a:schemeClr val="lt1"/>
                </a:solidFill>
                <a:effectLst/>
                <a:uFillTx/>
                <a:latin typeface="Calibri"/>
                <a:ea typeface="Zalando Sans SemiExpanded Medium"/>
              </a:rPr>
              <a:t>01</a:t>
            </a:r>
            <a:endParaRPr b="0" lang="fr-FR" sz="82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Zalando Sans SemiExpanded Medium"/>
              </a:rPr>
              <a:t>Required Fields Overview</a:t>
            </a:r>
            <a:endParaRPr b="0" lang="en-US" sz="2600" strike="noStrike" u="none">
              <a:solidFill>
                <a:srgbClr val="ffffff"/>
              </a:solidFill>
              <a:effectLst/>
              <a:uFillTx/>
              <a:latin typeface="OpenSymbol"/>
            </a:endParaRPr>
          </a:p>
        </p:txBody>
      </p:sp>
      <p:sp>
        <p:nvSpPr>
          <p:cNvPr id="69"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Albert Sans"/>
              </a:rPr>
              <a:t>The registration form includes fields such as </a:t>
            </a:r>
            <a:r>
              <a:rPr b="0" i="1" lang="en-US" sz="1200" strike="noStrike" u="none">
                <a:solidFill>
                  <a:schemeClr val="dk1"/>
                </a:solidFill>
                <a:effectLst/>
                <a:uFillTx/>
                <a:latin typeface="Albert Sans"/>
              </a:rPr>
              <a:t>Name</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Passport Photo</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Office ID Photo</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Current Office Name</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Address</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Talu</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District</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Date of Birth</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Service Join Date</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Education</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Mobile Number</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Email</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Joining Letter</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Expert Field</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Hobbies</a:t>
            </a:r>
            <a:r>
              <a:rPr b="0" lang="en-US" sz="1200" strike="noStrike" u="none">
                <a:solidFill>
                  <a:schemeClr val="dk1"/>
                </a:solidFill>
                <a:effectLst/>
                <a:uFillTx/>
                <a:latin typeface="Albert Sans"/>
              </a:rPr>
              <a:t>, </a:t>
            </a:r>
            <a:r>
              <a:rPr b="0" i="1" lang="en-US" sz="1200" strike="noStrike" u="none">
                <a:solidFill>
                  <a:schemeClr val="dk1"/>
                </a:solidFill>
                <a:effectLst/>
                <a:uFillTx/>
                <a:latin typeface="Albert Sans"/>
              </a:rPr>
              <a:t>Username</a:t>
            </a:r>
            <a:r>
              <a:rPr b="0" lang="en-US" sz="1200" strike="noStrike" u="none">
                <a:solidFill>
                  <a:schemeClr val="dk1"/>
                </a:solidFill>
                <a:effectLst/>
                <a:uFillTx/>
                <a:latin typeface="Albert Sans"/>
              </a:rPr>
              <a:t>, and </a:t>
            </a:r>
            <a:r>
              <a:rPr b="0" i="1" lang="en-US" sz="1200" strike="noStrike" u="none">
                <a:solidFill>
                  <a:schemeClr val="dk1"/>
                </a:solidFill>
                <a:effectLst/>
                <a:uFillTx/>
                <a:latin typeface="Albert Sans"/>
              </a:rPr>
              <a:t>Password</a:t>
            </a:r>
            <a:r>
              <a:rPr b="0" lang="en-US" sz="1200" strike="noStrike" u="none">
                <a:solidFill>
                  <a:schemeClr val="dk1"/>
                </a:solidFill>
                <a:effectLst/>
                <a:uFillTx/>
                <a:latin typeface="Albert Sans"/>
              </a:rPr>
              <a:t>. These fields are crucial for complete user profiling.</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p:nvPr/>
        </p:nvSpPr>
        <p:spPr>
          <a:xfrm>
            <a:off x="5048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Zalando Sans SemiExpanded Medium"/>
              </a:rPr>
              <a:t>Form Submission Process</a:t>
            </a:r>
            <a:endParaRPr b="0" lang="en-US" sz="2600" strike="noStrike" u="none">
              <a:solidFill>
                <a:srgbClr val="ffffff"/>
              </a:solidFill>
              <a:effectLst/>
              <a:uFillTx/>
              <a:latin typeface="OpenSymbol"/>
            </a:endParaRPr>
          </a:p>
        </p:txBody>
      </p:sp>
      <p:sp>
        <p:nvSpPr>
          <p:cNvPr id="71"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Albert Sans"/>
              </a:rPr>
              <a:t>Users enter their data and submit the form to register. The system must validate each input for accuracy and completeness before acceptance. Successful submission leads to user account creation, allowing access to other app features seamlessly and securely.</a:t>
            </a:r>
            <a:endParaRPr b="0" lang="en-US" sz="1200" strike="noStrike" u="none">
              <a:solidFill>
                <a:srgbClr val="ffffff"/>
              </a:solidFill>
              <a:effectLst/>
              <a:uFillTx/>
              <a:latin typeface="OpenSymbol"/>
            </a:endParaRPr>
          </a:p>
        </p:txBody>
      </p:sp>
      <p:pic>
        <p:nvPicPr>
          <p:cNvPr id="72" name="image697eca093c7bc" descr="image697eca093c7bf"/>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8600" y="266760"/>
            <a:ext cx="7029000" cy="164736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Zalando Sans SemiExpanded Medium"/>
                <a:ea typeface="Zalando Sans SemiExpanded Medium"/>
              </a:rPr>
              <a:t>Data Validation and Security</a:t>
            </a:r>
            <a:endParaRPr b="0" lang="fr-FR" sz="2600" strike="noStrike" u="none">
              <a:solidFill>
                <a:schemeClr val="dk1"/>
              </a:solidFill>
              <a:effectLst/>
              <a:uFillTx/>
              <a:latin typeface="Arial"/>
            </a:endParaRPr>
          </a:p>
        </p:txBody>
      </p:sp>
      <p:sp>
        <p:nvSpPr>
          <p:cNvPr id="74" name="PlaceHolder 2"/>
          <p:cNvSpPr>
            <a:spLocks noGrp="1"/>
          </p:cNvSpPr>
          <p:nvPr>
            <p:ph type="subTitle"/>
          </p:nvPr>
        </p:nvSpPr>
        <p:spPr>
          <a:xfrm>
            <a:off x="3638520" y="3581280"/>
            <a:ext cx="5276520" cy="1294920"/>
          </a:xfrm>
          <a:prstGeom prst="rect">
            <a:avLst/>
          </a:prstGeom>
          <a:noFill/>
          <a:ln w="0">
            <a:noFill/>
          </a:ln>
        </p:spPr>
        <p:txBody>
          <a:bodyPr lIns="91440" rIns="91440" tIns="91440" bIns="91440" anchor="t">
            <a:normAutofit fontScale="92500" lnSpcReduction="9999"/>
          </a:bodyPr>
          <a:p>
            <a:pPr indent="0">
              <a:lnSpc>
                <a:spcPct val="150000"/>
              </a:lnSpc>
              <a:buNone/>
              <a:tabLst>
                <a:tab algn="l" pos="0"/>
              </a:tabLst>
            </a:pPr>
            <a:r>
              <a:rPr b="0" lang="en-US" sz="1200" strike="noStrike" u="none">
                <a:solidFill>
                  <a:schemeClr val="dk1"/>
                </a:solidFill>
                <a:effectLst/>
                <a:uFillTx/>
                <a:latin typeface="Albert Sans"/>
                <a:ea typeface="Albert Sans"/>
              </a:rPr>
              <a:t>Data validation ensures all form inputs are accurate and complete before submission. The system checks for correct formats, mandatory fields, and file uploads like photos. Security measures protect sensitive data such as passwords and personal details using encryption and secure storage protocols to maintain user privacy and prevent unauthorized access.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p:nvPr/>
        </p:nvSpPr>
        <p:spPr>
          <a:xfrm>
            <a:off x="95256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02</a:t>
            </a:r>
            <a:endParaRPr b="0" lang="en-US" sz="5000" strike="noStrike" u="none">
              <a:solidFill>
                <a:srgbClr val="ffffff"/>
              </a:solidFill>
              <a:effectLst/>
              <a:uFillTx/>
              <a:latin typeface="OpenSymbol"/>
            </a:endParaRPr>
          </a:p>
        </p:txBody>
      </p:sp>
      <p:sp>
        <p:nvSpPr>
          <p:cNvPr id="76" name=""/>
          <p:cNvSpPr/>
          <p:nvPr/>
        </p:nvSpPr>
        <p:spPr>
          <a:xfrm>
            <a:off x="952560" y="1428840"/>
            <a:ext cx="457164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Zalando Sans SemiExpanded Medium"/>
              </a:rPr>
              <a:t>User Login and Navigation</a:t>
            </a:r>
            <a:endParaRPr b="0" lang="en-US" sz="40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Zalando Sans SemiExpanded Medium"/>
              </a:rPr>
              <a:t>Successful Login Confirmation</a:t>
            </a:r>
            <a:endParaRPr b="0" lang="en-US" sz="2600" strike="noStrike" u="none">
              <a:solidFill>
                <a:srgbClr val="ffffff"/>
              </a:solidFill>
              <a:effectLst/>
              <a:uFillTx/>
              <a:latin typeface="OpenSymbol"/>
            </a:endParaRPr>
          </a:p>
        </p:txBody>
      </p:sp>
      <p:sp>
        <p:nvSpPr>
          <p:cNvPr id="78"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Albert Sans"/>
              </a:rPr>
              <a:t>After submitting valid credentials, users receive immediate confirmation of successful login. This screen confirms access and directs users to the app’s main dashboard, ensuring a smooth transition and clear feedback that they have entered the system securely.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476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Zalando Sans SemiExpanded Medium"/>
              </a:rPr>
              <a:t>Login Window Features</a:t>
            </a:r>
            <a:endParaRPr b="0" lang="en-US" sz="2600" strike="noStrike" u="none">
              <a:solidFill>
                <a:srgbClr val="ffffff"/>
              </a:solidFill>
              <a:effectLst/>
              <a:uFillTx/>
              <a:latin typeface="OpenSymbol"/>
            </a:endParaRPr>
          </a:p>
        </p:txBody>
      </p:sp>
      <p:sp>
        <p:nvSpPr>
          <p:cNvPr id="80"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Albert Sans"/>
              </a:rPr>
              <a:t>The login window presents fields for </a:t>
            </a:r>
            <a:r>
              <a:rPr b="0" i="1" lang="en-US" sz="1200" strike="noStrike" u="none">
                <a:solidFill>
                  <a:schemeClr val="dk1"/>
                </a:solidFill>
                <a:effectLst/>
                <a:uFillTx/>
                <a:latin typeface="Albert Sans"/>
              </a:rPr>
              <a:t>username</a:t>
            </a:r>
            <a:r>
              <a:rPr b="0" lang="en-US" sz="1200" strike="noStrike" u="none">
                <a:solidFill>
                  <a:schemeClr val="dk1"/>
                </a:solidFill>
                <a:effectLst/>
                <a:uFillTx/>
                <a:latin typeface="Albert Sans"/>
              </a:rPr>
              <a:t> and </a:t>
            </a:r>
            <a:r>
              <a:rPr b="0" i="1" lang="en-US" sz="1200" strike="noStrike" u="none">
                <a:solidFill>
                  <a:schemeClr val="dk1"/>
                </a:solidFill>
                <a:effectLst/>
                <a:uFillTx/>
                <a:latin typeface="Albert Sans"/>
              </a:rPr>
              <a:t>password</a:t>
            </a:r>
            <a:r>
              <a:rPr b="0" lang="en-US" sz="1200" strike="noStrike" u="none">
                <a:solidFill>
                  <a:schemeClr val="dk1"/>
                </a:solidFill>
                <a:effectLst/>
                <a:uFillTx/>
                <a:latin typeface="Albert Sans"/>
              </a:rPr>
              <a:t>. It includes options for password recovery and a clear call-to-action button. The interface is designed for simplicity and quick access, supporting error messages for invalid attempts.</a:t>
            </a:r>
            <a:endParaRPr b="0" lang="en-US" sz="1200" strike="noStrike" u="none">
              <a:solidFill>
                <a:srgbClr val="ffffff"/>
              </a:solidFill>
              <a:effectLst/>
              <a:uFillTx/>
              <a:latin typeface="OpenSymbol"/>
            </a:endParaRPr>
          </a:p>
        </p:txBody>
      </p:sp>
      <p:pic>
        <p:nvPicPr>
          <p:cNvPr id="81" name="image697eca094d626" descr="image697eca094d629"/>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66760"/>
            <a:ext cx="7029000" cy="164736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Zalando Sans SemiExpanded Medium"/>
                <a:ea typeface="Zalando Sans SemiExpanded Medium"/>
              </a:rPr>
              <a:t>Payment Link Integration</a:t>
            </a:r>
            <a:endParaRPr b="0" lang="fr-FR" sz="2600" strike="noStrike" u="none">
              <a:solidFill>
                <a:schemeClr val="dk1"/>
              </a:solidFill>
              <a:effectLst/>
              <a:uFillTx/>
              <a:latin typeface="Arial"/>
            </a:endParaRPr>
          </a:p>
        </p:txBody>
      </p:sp>
      <p:sp>
        <p:nvSpPr>
          <p:cNvPr id="83" name="PlaceHolder 2"/>
          <p:cNvSpPr>
            <a:spLocks noGrp="1"/>
          </p:cNvSpPr>
          <p:nvPr>
            <p:ph type="subTitle"/>
          </p:nvPr>
        </p:nvSpPr>
        <p:spPr>
          <a:xfrm>
            <a:off x="3638520" y="3581280"/>
            <a:ext cx="5276520" cy="129492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lbert Sans"/>
                <a:ea typeface="Albert Sans"/>
              </a:rPr>
              <a:t>Upon login, a </a:t>
            </a:r>
            <a:r>
              <a:rPr b="0" i="1" lang="en-US" sz="1200" strike="noStrike" u="none">
                <a:solidFill>
                  <a:schemeClr val="dk1"/>
                </a:solidFill>
                <a:effectLst/>
                <a:uFillTx/>
                <a:latin typeface="Albert Sans"/>
                <a:ea typeface="Albert Sans"/>
              </a:rPr>
              <a:t>Pay Now</a:t>
            </a:r>
            <a:r>
              <a:rPr b="0" lang="en-US" sz="1200" strike="noStrike" u="none">
                <a:solidFill>
                  <a:schemeClr val="dk1"/>
                </a:solidFill>
                <a:effectLst/>
                <a:uFillTx/>
                <a:latin typeface="Albert Sans"/>
                <a:ea typeface="Albert Sans"/>
              </a:rPr>
              <a:t> link is displayed to users who need to make payments. This link directs to a secure payment gateway, streamlining transactions within the app. It ensures easy access to payment options without navigating away from the main interface.</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237960" y="228600"/>
            <a:ext cx="4543200" cy="1095120"/>
          </a:xfrm>
          <a:prstGeom prst="rect">
            <a:avLst/>
          </a:prstGeom>
          <a:noFill/>
          <a:ln w="0">
            <a:noFill/>
          </a:ln>
        </p:spPr>
        <p:txBody>
          <a:bodyPr lIns="91440" rIns="91440" tIns="91440" bIns="91440" anchor="t">
            <a:normAutofit/>
          </a:bodyPr>
          <a:p>
            <a:pPr indent="0">
              <a:lnSpc>
                <a:spcPct val="100000"/>
              </a:lnSpc>
              <a:buNone/>
              <a:tabLst>
                <a:tab algn="l" pos="0"/>
              </a:tabLst>
            </a:pPr>
            <a:r>
              <a:rPr b="0" lang="en-US" sz="2600" strike="noStrike" u="none">
                <a:solidFill>
                  <a:schemeClr val="dk1"/>
                </a:solidFill>
                <a:effectLst/>
                <a:uFillTx/>
                <a:latin typeface="Zalando Sans SemiExpanded Medium"/>
                <a:ea typeface="Zalando Sans SemiExpanded Medium"/>
              </a:rPr>
              <a:t>Conclusions</a:t>
            </a:r>
            <a:endParaRPr b="0" lang="fr-FR" sz="2600" strike="noStrike" u="none">
              <a:solidFill>
                <a:schemeClr val="dk1"/>
              </a:solidFill>
              <a:effectLst/>
              <a:uFillTx/>
              <a:latin typeface="Arial"/>
            </a:endParaRPr>
          </a:p>
        </p:txBody>
      </p:sp>
      <p:sp>
        <p:nvSpPr>
          <p:cNvPr id="85" name="PlaceHolder 2"/>
          <p:cNvSpPr>
            <a:spLocks noGrp="1"/>
          </p:cNvSpPr>
          <p:nvPr>
            <p:ph type="subTitle"/>
          </p:nvPr>
        </p:nvSpPr>
        <p:spPr>
          <a:xfrm>
            <a:off x="228600" y="3247920"/>
            <a:ext cx="4295520" cy="166644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lbert Sans"/>
                <a:ea typeface="Albert Sans"/>
              </a:rPr>
              <a:t>The union app’s registration and login design focuses on </a:t>
            </a:r>
            <a:r>
              <a:rPr b="1" lang="en-US" sz="1200" strike="noStrike" u="none">
                <a:solidFill>
                  <a:schemeClr val="dk1"/>
                </a:solidFill>
                <a:effectLst/>
                <a:uFillTx/>
                <a:latin typeface="Albert Sans"/>
                <a:ea typeface="Albert Sans"/>
              </a:rPr>
              <a:t>user-friendly interfaces</a:t>
            </a:r>
            <a:r>
              <a:rPr b="0" lang="en-US" sz="1200" strike="noStrike" u="none">
                <a:solidFill>
                  <a:schemeClr val="dk1"/>
                </a:solidFill>
                <a:effectLst/>
                <a:uFillTx/>
                <a:latin typeface="Albert Sans"/>
                <a:ea typeface="Albert Sans"/>
              </a:rPr>
              <a:t> and </a:t>
            </a:r>
            <a:r>
              <a:rPr b="1" lang="en-US" sz="1200" strike="noStrike" u="none">
                <a:solidFill>
                  <a:schemeClr val="dk1"/>
                </a:solidFill>
                <a:effectLst/>
                <a:uFillTx/>
                <a:latin typeface="Albert Sans"/>
                <a:ea typeface="Albert Sans"/>
              </a:rPr>
              <a:t>secure data handling</a:t>
            </a:r>
            <a:r>
              <a:rPr b="0" lang="en-US" sz="1200" strike="noStrike" u="none">
                <a:solidFill>
                  <a:schemeClr val="dk1"/>
                </a:solidFill>
                <a:effectLst/>
                <a:uFillTx/>
                <a:latin typeface="Albert Sans"/>
                <a:ea typeface="Albert Sans"/>
              </a:rPr>
              <a:t>. Proper validation and clear navigation enhance user confidence. Integrating payment options within the login area simplifies processes, making the app efficient and functional for all users.</a:t>
            </a:r>
            <a:endParaRPr b="0" lang="en-US" sz="1200" strike="noStrike" u="none">
              <a:solidFill>
                <a:srgbClr val="ffffff"/>
              </a:solidFill>
              <a:effectLst/>
              <a:uFillTx/>
              <a:latin typeface="OpenSymbol"/>
            </a:endParaRPr>
          </a:p>
        </p:txBody>
      </p:sp>
      <p:pic>
        <p:nvPicPr>
          <p:cNvPr id="86" name="Google Shape;222;p32" descr=""/>
          <p:cNvPicPr/>
          <p:nvPr/>
        </p:nvPicPr>
        <p:blipFill>
          <a:blip r:embed="rId1"/>
          <a:srcRect l="16459" t="0" r="16459" b="0"/>
          <a:stretch/>
        </p:blipFill>
        <p:spPr>
          <a:xfrm flipH="1">
            <a:off x="5687280" y="0"/>
            <a:ext cx="345672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Google Shape;380;p40"/>
          <p:cNvSpPr/>
          <p:nvPr/>
        </p:nvSpPr>
        <p:spPr>
          <a:xfrm>
            <a:off x="228600" y="304920"/>
            <a:ext cx="3857400" cy="1133280"/>
          </a:xfrm>
          <a:prstGeom prst="rect">
            <a:avLst/>
          </a:prstGeom>
          <a:solidFill>
            <a:srgbClr val="000000"/>
          </a:solidFill>
          <a:ln w="0">
            <a:noFill/>
          </a:ln>
        </p:spPr>
        <p:style>
          <a:lnRef idx="0"/>
          <a:fillRef idx="0"/>
          <a:effectRef idx="0"/>
          <a:fontRef idx="minor"/>
        </p:style>
        <p:txBody>
          <a:bodyPr lIns="870823080" rIns="870823080" tIns="566640" bIns="5666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88" name="PlaceHolder 1"/>
          <p:cNvSpPr>
            <a:spLocks noGrp="1"/>
          </p:cNvSpPr>
          <p:nvPr>
            <p:ph type="title"/>
          </p:nvPr>
        </p:nvSpPr>
        <p:spPr>
          <a:xfrm>
            <a:off x="542880" y="170280"/>
            <a:ext cx="3543120" cy="2439000"/>
          </a:xfrm>
          <a:prstGeom prst="rect">
            <a:avLst/>
          </a:prstGeom>
          <a:noFill/>
          <a:ln w="0">
            <a:noFill/>
          </a:ln>
        </p:spPr>
        <p:txBody>
          <a:bodyPr lIns="91440" rIns="91440" tIns="91440" bIns="91440" anchor="b">
            <a:spAutoFit/>
          </a:bodyPr>
          <a:p>
            <a:pPr indent="0">
              <a:lnSpc>
                <a:spcPct val="100000"/>
              </a:lnSpc>
              <a:buNone/>
              <a:tabLst>
                <a:tab algn="l" pos="0"/>
              </a:tabLst>
            </a:pPr>
            <a:r>
              <a:rPr b="0" lang="en" sz="7400" strike="noStrike" u="none">
                <a:solidFill>
                  <a:schemeClr val="lt1"/>
                </a:solidFill>
                <a:effectLst/>
                <a:uFillTx/>
                <a:latin typeface="Zalando Sans SemiExpanded Medium"/>
                <a:ea typeface="Zalando Sans SemiExpanded Medium"/>
              </a:rPr>
              <a:t>Thank </a:t>
            </a:r>
            <a:r>
              <a:rPr b="0" lang="en" sz="7400" strike="noStrike" u="none">
                <a:solidFill>
                  <a:schemeClr val="dk1"/>
                </a:solidFill>
                <a:effectLst/>
                <a:uFillTx/>
                <a:latin typeface="Zalando Sans SemiExpanded Medium"/>
                <a:ea typeface="Zalando Sans SemiExpanded Medium"/>
              </a:rPr>
              <a:t>you</a:t>
            </a:r>
            <a:endParaRPr b="0" lang="fr-FR" sz="7400" strike="noStrike" u="none">
              <a:solidFill>
                <a:schemeClr val="dk1"/>
              </a:solidFill>
              <a:effectLst/>
              <a:uFillTx/>
              <a:latin typeface="Arial"/>
            </a:endParaRPr>
          </a:p>
        </p:txBody>
      </p:sp>
      <p:sp>
        <p:nvSpPr>
          <p:cNvPr id="89" name="PlaceHolder 2"/>
          <p:cNvSpPr>
            <a:spLocks noGrp="1"/>
          </p:cNvSpPr>
          <p:nvPr>
            <p:ph type="subTitle"/>
          </p:nvPr>
        </p:nvSpPr>
        <p:spPr>
          <a:xfrm>
            <a:off x="4467240" y="2457360"/>
            <a:ext cx="444780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400" strike="noStrike" u="none">
                <a:solidFill>
                  <a:schemeClr val="dk1"/>
                </a:solidFill>
                <a:effectLst/>
                <a:uFillTx/>
                <a:latin typeface="Albert Sans"/>
                <a:ea typeface="Albert Sans"/>
              </a:rPr>
              <a:t>Do you have any questions?</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lbert Sans"/>
                <a:ea typeface="Albert Sans"/>
              </a:rPr>
              <a:t>youremail@freepik.com</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lbert Sans"/>
                <a:ea typeface="Albert Sans"/>
              </a:rPr>
              <a:t>+00 000 000 000</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lbert Sans"/>
                <a:ea typeface="Albert Sans"/>
              </a:rPr>
              <a:t>yourwebsite.com</a:t>
            </a:r>
            <a:endParaRPr b="0" lang="en-US" sz="1400" strike="noStrike" u="none">
              <a:solidFill>
                <a:srgbClr val="ffffff"/>
              </a:solidFill>
              <a:effectLst/>
              <a:uFillTx/>
              <a:latin typeface="OpenSymbol"/>
            </a:endParaRPr>
          </a:p>
        </p:txBody>
      </p:sp>
      <p:grpSp>
        <p:nvGrpSpPr>
          <p:cNvPr id="90" name="Google Shape;383;p40"/>
          <p:cNvGrpSpPr/>
          <p:nvPr/>
        </p:nvGrpSpPr>
        <p:grpSpPr>
          <a:xfrm>
            <a:off x="6816600" y="3638880"/>
            <a:ext cx="275760" cy="275760"/>
            <a:chOff x="6816600" y="3638880"/>
            <a:chExt cx="275760" cy="275760"/>
          </a:xfrm>
        </p:grpSpPr>
        <p:sp>
          <p:nvSpPr>
            <p:cNvPr id="91" name="Google Shape;384;p40"/>
            <p:cNvSpPr/>
            <p:nvPr/>
          </p:nvSpPr>
          <p:spPr>
            <a:xfrm>
              <a:off x="6816600" y="36388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385;p40"/>
            <p:cNvSpPr/>
            <p:nvPr/>
          </p:nvSpPr>
          <p:spPr>
            <a:xfrm>
              <a:off x="6880680" y="37044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386;p40"/>
            <p:cNvSpPr/>
            <p:nvPr/>
          </p:nvSpPr>
          <p:spPr>
            <a:xfrm>
              <a:off x="7010280" y="36741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4" name="Google Shape;387;p40"/>
          <p:cNvGrpSpPr/>
          <p:nvPr/>
        </p:nvGrpSpPr>
        <p:grpSpPr>
          <a:xfrm>
            <a:off x="7682400" y="3657600"/>
            <a:ext cx="266400" cy="237960"/>
            <a:chOff x="7682400" y="3657600"/>
            <a:chExt cx="266400" cy="237960"/>
          </a:xfrm>
        </p:grpSpPr>
        <p:sp>
          <p:nvSpPr>
            <p:cNvPr id="95" name="Google Shape;388;p40"/>
            <p:cNvSpPr/>
            <p:nvPr/>
          </p:nvSpPr>
          <p:spPr>
            <a:xfrm>
              <a:off x="7691760" y="37414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Google Shape;389;p40"/>
            <p:cNvSpPr/>
            <p:nvPr/>
          </p:nvSpPr>
          <p:spPr>
            <a:xfrm>
              <a:off x="7682400" y="36576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 name="Google Shape;390;p40"/>
            <p:cNvSpPr/>
            <p:nvPr/>
          </p:nvSpPr>
          <p:spPr>
            <a:xfrm>
              <a:off x="7785000" y="37414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8" name="Google Shape;391;p40"/>
          <p:cNvSpPr/>
          <p:nvPr/>
        </p:nvSpPr>
        <p:spPr>
          <a:xfrm>
            <a:off x="4762440" y="4591080"/>
            <a:ext cx="4152600" cy="256680"/>
          </a:xfrm>
          <a:prstGeom prst="rect">
            <a:avLst/>
          </a:prstGeom>
          <a:noFill/>
          <a:ln w="0">
            <a:noFill/>
          </a:ln>
        </p:spPr>
        <p:style>
          <a:lnRef idx="0"/>
          <a:fillRef idx="0"/>
          <a:effectRef idx="0"/>
          <a:fontRef idx="minor"/>
        </p:style>
        <p:txBody>
          <a:bodyPr lIns="870823080" rIns="870823080" tIns="-2643480" bIns="-2643480" anchor="t">
            <a:spAutoFit/>
          </a:bodyPr>
          <a:p>
            <a:pPr algn="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ffffff"/>
              </a:solidFill>
              <a:effectLst/>
              <a:uFillTx/>
              <a:latin typeface="OpenSymbol"/>
            </a:endParaRPr>
          </a:p>
        </p:txBody>
      </p:sp>
      <p:sp>
        <p:nvSpPr>
          <p:cNvPr id="99" name="Google Shape;392;p40"/>
          <p:cNvSpPr/>
          <p:nvPr/>
        </p:nvSpPr>
        <p:spPr>
          <a:xfrm>
            <a:off x="8584200" y="3675240"/>
            <a:ext cx="198720" cy="203040"/>
          </a:xfrm>
          <a:custGeom>
            <a:avLst/>
            <a:gdLst>
              <a:gd name="textAreaLeft" fmla="*/ 0 w 198720"/>
              <a:gd name="textAreaRight" fmla="*/ 199080 w 198720"/>
              <a:gd name="textAreaTop" fmla="*/ 0 h 203040"/>
              <a:gd name="textAreaBottom" fmla="*/ 203400 h 20304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roject Roadmaps by Slidesgo">
  <a:themeElements>
    <a:clrScheme name="Simple Light">
      <a:dk1>
        <a:srgbClr val="ffffff"/>
      </a:dk1>
      <a:lt1>
        <a:srgbClr val="132763"/>
      </a:lt1>
      <a:dk2>
        <a:srgbClr val="ffffff"/>
      </a:dk2>
      <a:lt2>
        <a:srgbClr val="ffffff"/>
      </a:lt2>
      <a:accent1>
        <a:srgbClr val="f8c271"/>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2026-02-01T03:35:29Z</dcterms:created>
  <dc:creator>Unknown Creator</dc:creator>
  <dc:description/>
  <dc:language>en-US</dc:language>
  <cp:lastModifiedBy>Unknown Creator</cp:lastModifiedBy>
  <dcterms:modified xsi:type="dcterms:W3CDTF">2026-02-01T03:35:29Z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